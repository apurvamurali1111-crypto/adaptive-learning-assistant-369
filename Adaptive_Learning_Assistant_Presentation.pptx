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78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37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15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94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74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54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58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92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04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511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74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613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83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8957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572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5420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902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620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Adaptive Learning Assistant for Enterprise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  <a:r>
              <a:rPr dirty="0"/>
              <a:t>Multi-Agent AI System using Azure AI Foundry</a:t>
            </a:r>
          </a:p>
          <a:p>
            <a:pPr marL="0" indent="0">
              <a:buNone/>
            </a:pPr>
            <a:r>
              <a:rPr lang="en-US" dirty="0"/>
              <a:t>                     </a:t>
            </a:r>
            <a:r>
              <a:rPr dirty="0"/>
              <a:t>By Apoo</a:t>
            </a:r>
            <a:r>
              <a:rPr lang="en-US" dirty="0"/>
              <a:t>r</a:t>
            </a:r>
            <a:r>
              <a:rPr dirty="0"/>
              <a:t>va Muralidhar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Enterprise training is often static</a:t>
            </a:r>
          </a:p>
          <a:p>
            <a:r>
              <a:rPr dirty="0"/>
              <a:t>Lack of personalization</a:t>
            </a:r>
          </a:p>
          <a:p>
            <a:r>
              <a:rPr dirty="0"/>
              <a:t>No adaptive assessment or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Multi-agent AI assistant</a:t>
            </a:r>
          </a:p>
          <a:p>
            <a:r>
              <a:rPr dirty="0"/>
              <a:t>Personalized learning paths</a:t>
            </a:r>
          </a:p>
          <a:p>
            <a:r>
              <a:rPr dirty="0"/>
              <a:t>Automated assessment and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Orchestrator Agent</a:t>
            </a:r>
          </a:p>
          <a:p>
            <a:r>
              <a:t>Learning | Assessment | Feedback Agents</a:t>
            </a:r>
          </a:p>
          <a:p>
            <a:r>
              <a:t>Azure AI Search (RAG)</a:t>
            </a:r>
          </a:p>
          <a:p>
            <a:r>
              <a:t>Blob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Services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Azure AI Foundry</a:t>
            </a:r>
          </a:p>
          <a:p>
            <a:r>
              <a:rPr dirty="0"/>
              <a:t> Azure AI Search</a:t>
            </a:r>
          </a:p>
          <a:p>
            <a:r>
              <a:rPr dirty="0"/>
              <a:t> Azure Blob Storage</a:t>
            </a:r>
          </a:p>
          <a:p>
            <a:r>
              <a:t> </a:t>
            </a:r>
            <a:r>
              <a:rPr dirty="0"/>
              <a:t>Azure OpenAI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query</a:t>
            </a:r>
          </a:p>
          <a:p>
            <a:r>
              <a:rPr dirty="0"/>
              <a:t>Search retrieval</a:t>
            </a:r>
          </a:p>
          <a:p>
            <a:r>
              <a:rPr dirty="0"/>
              <a:t>Context grounding</a:t>
            </a:r>
          </a:p>
          <a:p>
            <a:r>
              <a:rPr dirty="0"/>
              <a:t>AI-generated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Central orchestrator</a:t>
            </a:r>
          </a:p>
          <a:p>
            <a:r>
              <a:rPr dirty="0"/>
              <a:t>Specialized agents</a:t>
            </a:r>
          </a:p>
          <a:p>
            <a:r>
              <a:rPr dirty="0"/>
              <a:t>Context-aware routing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Built enterprise AI system</a:t>
            </a:r>
          </a:p>
          <a:p>
            <a:r>
              <a:rPr dirty="0"/>
              <a:t>Hands-on with RAG</a:t>
            </a:r>
          </a:p>
          <a:p>
            <a:r>
              <a:rPr dirty="0"/>
              <a:t>Multi-agent orchestration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Long-term memory</a:t>
            </a:r>
          </a:p>
          <a:p>
            <a:r>
              <a:rPr dirty="0"/>
              <a:t>Progress tracking</a:t>
            </a:r>
          </a:p>
          <a:p>
            <a:r>
              <a:rPr dirty="0"/>
              <a:t>LMS integration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</TotalTime>
  <Words>123</Words>
  <Application>Microsoft Office PowerPoint</Application>
  <PresentationFormat>On-screen Show (4:3)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Adaptive Learning Assistant for Enterprise Training</vt:lpstr>
      <vt:lpstr>Problem Statement</vt:lpstr>
      <vt:lpstr>Solution Overview</vt:lpstr>
      <vt:lpstr>High-Level Architecture</vt:lpstr>
      <vt:lpstr>Azure Services Used</vt:lpstr>
      <vt:lpstr>RAG Workflow</vt:lpstr>
      <vt:lpstr>Multi-Agent Orchestration</vt:lpstr>
      <vt:lpstr>Key Learnings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Muralidhar, Apoorva</cp:lastModifiedBy>
  <cp:revision>3</cp:revision>
  <dcterms:created xsi:type="dcterms:W3CDTF">2013-01-27T09:14:16Z</dcterms:created>
  <dcterms:modified xsi:type="dcterms:W3CDTF">2026-02-09T12:10:21Z</dcterms:modified>
  <cp:category/>
</cp:coreProperties>
</file>